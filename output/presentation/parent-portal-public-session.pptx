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717c20daa44834" /><Relationship Type="http://schemas.openxmlformats.org/officeDocument/2006/relationships/extended-properties" Target="/docProps/app.xml" Id="Raf356e2cd5204738" /><Relationship Type="http://schemas.openxmlformats.org/officeDocument/2006/relationships/officeDocument" Target="/ppt/presentation.xml" Id="R0a04004adca442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de312ec3604b84"/>
  </p:sldMasterIdLst>
  <p:notesMasterIdLst>
    <p:notesMasterId xmlns:r="http://schemas.openxmlformats.org/officeDocument/2006/relationships" r:id="R0b81570e82634a4a"/>
  </p:notesMasterIdLst>
  <p:sldIdLst>
    <p:sldId xmlns:r="http://schemas.openxmlformats.org/officeDocument/2006/relationships" id="256" r:id="Rb91802ca099d49bc"/>
    <p:sldId xmlns:r="http://schemas.openxmlformats.org/officeDocument/2006/relationships" id="257" r:id="Rd36093a198ab433c"/>
    <p:sldId xmlns:r="http://schemas.openxmlformats.org/officeDocument/2006/relationships" id="258" r:id="R74dbe01146a9481a"/>
    <p:sldId xmlns:r="http://schemas.openxmlformats.org/officeDocument/2006/relationships" id="259" r:id="Rf897d60674e745b2"/>
    <p:sldId xmlns:r="http://schemas.openxmlformats.org/officeDocument/2006/relationships" id="260" r:id="Rd4f48234a11c4a58"/>
    <p:sldId xmlns:r="http://schemas.openxmlformats.org/officeDocument/2006/relationships" id="261" r:id="R7e639a142a204fec"/>
    <p:sldId xmlns:r="http://schemas.openxmlformats.org/officeDocument/2006/relationships" id="262" r:id="R19d834759f7c4c99"/>
    <p:sldId xmlns:r="http://schemas.openxmlformats.org/officeDocument/2006/relationships" id="263" r:id="R745c17afc5d64f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be644166a04b9f" /><Relationship Type="http://schemas.openxmlformats.org/officeDocument/2006/relationships/slideMaster" Target="/ppt/slideMasters/slideMaster1.xml" Id="Rfcde312ec3604b84" /><Relationship Type="http://schemas.openxmlformats.org/officeDocument/2006/relationships/notesMaster" Target="/ppt/notesMasters/notesMaster1.xml" Id="R0b81570e82634a4a" /><Relationship Type="http://schemas.openxmlformats.org/officeDocument/2006/relationships/presProps" Target="/ppt/presProps.xml" Id="R2f339d2eae3c4d55" /><Relationship Type="http://schemas.openxmlformats.org/officeDocument/2006/relationships/tableStyles" Target="/ppt/tableStyles.xml" Id="R43283be27f354589" /><Relationship Type="http://schemas.openxmlformats.org/officeDocument/2006/relationships/slide" Target="/ppt/slides/slide1.xml" Id="Rb91802ca099d49bc" /><Relationship Type="http://schemas.openxmlformats.org/officeDocument/2006/relationships/slide" Target="/ppt/slides/slide2.xml" Id="Rd36093a198ab433c" /><Relationship Type="http://schemas.openxmlformats.org/officeDocument/2006/relationships/slide" Target="/ppt/slides/slide3.xml" Id="R74dbe01146a9481a" /><Relationship Type="http://schemas.openxmlformats.org/officeDocument/2006/relationships/slide" Target="/ppt/slides/slide4.xml" Id="Rf897d60674e745b2" /><Relationship Type="http://schemas.openxmlformats.org/officeDocument/2006/relationships/slide" Target="/ppt/slides/slide5.xml" Id="Rd4f48234a11c4a58" /><Relationship Type="http://schemas.openxmlformats.org/officeDocument/2006/relationships/slide" Target="/ppt/slides/slide6.xml" Id="R7e639a142a204fec" /><Relationship Type="http://schemas.openxmlformats.org/officeDocument/2006/relationships/slide" Target="/ppt/slides/slide7.xml" Id="R19d834759f7c4c99" /><Relationship Type="http://schemas.openxmlformats.org/officeDocument/2006/relationships/slide" Target="/ppt/slides/slide8.xml" Id="R745c17afc5d64f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3c1e3a29514f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a9a1115ebe4cf6" /><Relationship Type="http://schemas.openxmlformats.org/officeDocument/2006/relationships/notesMaster" Target="/ppt/notesMasters/notesMaster1.xml" Id="R16a3e7152d3846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123ec4df204d8b" /><Relationship Type="http://schemas.openxmlformats.org/officeDocument/2006/relationships/notesMaster" Target="/ppt/notesMasters/notesMaster1.xml" Id="R1ecf967b29ae4e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2634a50aca4b6f" /><Relationship Type="http://schemas.openxmlformats.org/officeDocument/2006/relationships/notesMaster" Target="/ppt/notesMasters/notesMaster1.xml" Id="Rcf5752352ede45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5b144cfd114583" /><Relationship Type="http://schemas.openxmlformats.org/officeDocument/2006/relationships/notesMaster" Target="/ppt/notesMasters/notesMaster1.xml" Id="Re0b50481e1cc4c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7ed03656604140" /><Relationship Type="http://schemas.openxmlformats.org/officeDocument/2006/relationships/notesMaster" Target="/ppt/notesMasters/notesMaster1.xml" Id="R26f6106b149843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d9955ed6704402" /><Relationship Type="http://schemas.openxmlformats.org/officeDocument/2006/relationships/notesMaster" Target="/ppt/notesMasters/notesMaster1.xml" Id="Rb8a4ab56f4bf44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05ed0c8b2345ec" /><Relationship Type="http://schemas.openxmlformats.org/officeDocument/2006/relationships/notesMaster" Target="/ppt/notesMasters/notesMaster1.xml" Id="R2e8009ef765d47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16dca6ba9e4df1" /><Relationship Type="http://schemas.openxmlformats.org/officeDocument/2006/relationships/notesMaster" Target="/ppt/notesMasters/notesMaster1.xml" Id="R8ad8d317ae534e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QR image and secure registration link supplied by the user.</a:t>
            </a:r>
          </a:p>
          <a:p xmlns:a="http://schemas.openxmlformats.org/drawingml/2006/main">
            <a:r>
              <a:t>- Secure URL: https://adminmyclub.com/register-parent/secure/NO4MS29mqMWkZCzI66nI3tA0KoSV1a2SbMY7MtHCAws7TXxJtzj88BcwJ86KNnYm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 derived from the nadClubs parent onboarding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 derived from the nadClubs parent onboarding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Screenshot: local secure-registration demo from nadClubs.</a:t>
            </a:r>
          </a:p>
          <a:p xmlns:a="http://schemas.openxmlformats.org/drawingml/2006/main">
            <a:r>
              <a:t>- Content derived from the nadClubs parent onboarding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Screenshot: local email-verification notice from nadClubs.</a:t>
            </a:r>
          </a:p>
          <a:p xmlns:a="http://schemas.openxmlformats.org/drawingml/2006/main">
            <a:r>
              <a:t>- Content derived from the nadClubs parent onboarding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Screenshot: user-provided bilingual verification email.</a:t>
            </a:r>
          </a:p>
          <a:p xmlns:a="http://schemas.openxmlformats.org/drawingml/2006/main">
            <a:r>
              <a:t>- Content derived from the nadClubs parent onboarding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Screenshot: local child-application demo from nadClubs.</a:t>
            </a:r>
          </a:p>
          <a:p xmlns:a="http://schemas.openxmlformats.org/drawingml/2006/main">
            <a:r>
              <a:t>- Content derived from the nadClubs parent onboarding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 derived from the nadClubs parent onboarding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85cadea2a4f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8e64f527284086" /><Relationship Type="http://schemas.openxmlformats.org/officeDocument/2006/relationships/slideLayout" Target="/ppt/slideLayouts/slideLayout1.xml" Id="R11b23c7f7e6744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b23c7f7e6744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273d1ceb94210" /><Relationship Type="http://schemas.openxmlformats.org/officeDocument/2006/relationships/image" Target="/ppt/media/image.png" Id="R03e90a784ad54d89" /><Relationship Type="http://schemas.openxmlformats.org/officeDocument/2006/relationships/notesSlide" Target="/ppt/notesSlides/notesSlide1.xml" Id="R6011232dc6b448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5cc91db0f4dba" /><Relationship Type="http://schemas.openxmlformats.org/officeDocument/2006/relationships/notesSlide" Target="/ppt/notesSlides/notesSlide2.xml" Id="R9e3ba625cd5243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357823b9b45ae" /><Relationship Type="http://schemas.openxmlformats.org/officeDocument/2006/relationships/notesSlide" Target="/ppt/notesSlides/notesSlide3.xml" Id="Rbb2251f2fdb94e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ba90ec80340bd" /><Relationship Type="http://schemas.openxmlformats.org/officeDocument/2006/relationships/image" Target="/ppt/media/image2.png" Id="Ra5ca71d131534053" /><Relationship Type="http://schemas.openxmlformats.org/officeDocument/2006/relationships/notesSlide" Target="/ppt/notesSlides/notesSlide4.xml" Id="R7203676e8c3c49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ead91a48a4a7a" /><Relationship Type="http://schemas.openxmlformats.org/officeDocument/2006/relationships/image" Target="/ppt/media/image3.png" Id="R1dc3dc0708c143fa" /><Relationship Type="http://schemas.openxmlformats.org/officeDocument/2006/relationships/notesSlide" Target="/ppt/notesSlides/notesSlide5.xml" Id="Rf938b129e9214f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b5fabdd1f4ffd" /><Relationship Type="http://schemas.openxmlformats.org/officeDocument/2006/relationships/image" Target="/ppt/media/image4.png" Id="R05f3dfad3ed14265" /><Relationship Type="http://schemas.openxmlformats.org/officeDocument/2006/relationships/notesSlide" Target="/ppt/notesSlides/notesSlide6.xml" Id="R20fa5b9215c748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0162cfbd946a4" /><Relationship Type="http://schemas.openxmlformats.org/officeDocument/2006/relationships/image" Target="/ppt/media/image5.png" Id="R053d11c7f95949df" /><Relationship Type="http://schemas.openxmlformats.org/officeDocument/2006/relationships/notesSlide" Target="/ppt/notesSlides/notesSlide7.xml" Id="Rc88dfd0c85cd46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7c92688aa47a9" /><Relationship Type="http://schemas.openxmlformats.org/officeDocument/2006/relationships/notesSlide" Target="/ppt/notesSlides/notesSlide8.xml" Id="R1be126466b584b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join-kicker">
            <a:extLst xmlns:a="http://schemas.openxmlformats.org/drawingml/2006/main">
              <a:ext uri="{FF2B5EF4-FFF2-40B4-BE49-F238E27FC236}">
                <a16:creationId xmlns:a16="http://schemas.microsoft.com/office/drawing/2014/main" id="{B525A5CD-E50C-45A4-92F5-6C1990FB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rPr>
              <a:t>AVENTUREROS VALDENSES  |  ADVENTURERS</a:t>
            </a:r>
          </a:p>
        </p:txBody>
      </p:sp>
      <p:sp>
        <p:nvSpPr>
          <p:cNvPr id="2" name="join-title-es">
            <a:extLst xmlns:a="http://schemas.openxmlformats.org/drawingml/2006/main">
              <a:ext uri="{FF2B5EF4-FFF2-40B4-BE49-F238E27FC236}">
                <a16:creationId xmlns:a16="http://schemas.microsoft.com/office/drawing/2014/main" id="{93E9775B-3A9B-4EA1-BAD7-3BDB18C2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8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Escanea y regístrate ahora</a:t>
            </a:r>
          </a:p>
        </p:txBody>
      </p:sp>
      <p:sp>
        <p:nvSpPr>
          <p:cNvPr id="3" name="join-title-en">
            <a:extLst xmlns:a="http://schemas.openxmlformats.org/drawingml/2006/main">
              <a:ext uri="{FF2B5EF4-FFF2-40B4-BE49-F238E27FC236}">
                <a16:creationId xmlns:a16="http://schemas.microsoft.com/office/drawing/2014/main" id="{E88A1498-CDFD-469F-988E-E7D10AE6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Scan and register now</a:t>
            </a:r>
          </a:p>
        </p:txBody>
      </p:sp>
      <p:sp>
        <p:nvSpPr>
          <p:cNvPr id="4" name="join-steps-es">
            <a:extLst xmlns:a="http://schemas.openxmlformats.org/drawingml/2006/main">
              <a:ext uri="{FF2B5EF4-FFF2-40B4-BE49-F238E27FC236}">
                <a16:creationId xmlns:a16="http://schemas.microsoft.com/office/drawing/2014/main" id="{87558D9B-01E9-4E6C-B337-F0AA0320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1. Abre la cámara</a:t>
            </a:r>
          </a:p>
          <a:p xmlns:a="http://schemas.openxmlformats.org/drawingml/2006/main">
            <a:pPr algn="l">
              <a:defRPr sz="225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2. Escanea el código</a:t>
            </a:r>
          </a:p>
          <a:p xmlns:a="http://schemas.openxmlformats.org/drawingml/2006/main">
            <a:pPr algn="l">
              <a:defRPr sz="225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3. Completa tu cuenta</a:t>
            </a:r>
          </a:p>
        </p:txBody>
      </p:sp>
      <p:sp>
        <p:nvSpPr>
          <p:cNvPr id="5" name="join-steps-en">
            <a:extLst xmlns:a="http://schemas.openxmlformats.org/drawingml/2006/main">
              <a:ext uri="{FF2B5EF4-FFF2-40B4-BE49-F238E27FC236}">
                <a16:creationId xmlns:a16="http://schemas.microsoft.com/office/drawing/2014/main" id="{C6036569-9D3D-44C8-9952-070A4303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Open your camera • Scan the code • Create your account</a:t>
            </a:r>
          </a:p>
        </p:txBody>
      </p:sp>
      <p:sp>
        <p:nvSpPr>
          <p:cNvPr id="6" name="join-url-label">
            <a:extLst xmlns:a="http://schemas.openxmlformats.org/drawingml/2006/main">
              <a:ext uri="{FF2B5EF4-FFF2-40B4-BE49-F238E27FC236}">
                <a16:creationId xmlns:a16="http://schemas.microsoft.com/office/drawing/2014/main" id="{392A5FE2-7672-413C-B68F-A7656CCF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rPr>
              <a:t>Si no puedes escanear / If you cannot scan:</a:t>
            </a:r>
          </a:p>
        </p:txBody>
      </p:sp>
      <p:sp>
        <p:nvSpPr>
          <p:cNvPr id="7" name="join-url">
            <a:extLst xmlns:a="http://schemas.openxmlformats.org/drawingml/2006/main">
              <a:ext uri="{FF2B5EF4-FFF2-40B4-BE49-F238E27FC236}">
                <a16:creationId xmlns:a16="http://schemas.microsoft.com/office/drawing/2014/main" id="{A51061FE-8F1D-4738-8DDE-D5292C0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243B53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243B53"/>
                </a:solidFill>
                <a:latin typeface="Courier New"/>
                <a:ea typeface="Courier New"/>
                <a:cs typeface="Courier New"/>
              </a:rPr>
              <a:t>https://adminmyclub.com/register-parent/secure/</a:t>
            </a:r>
          </a:p>
          <a:p xmlns:a="http://schemas.openxmlformats.org/drawingml/2006/main">
            <a:pPr algn="l">
              <a:defRPr sz="1200">
                <a:solidFill>
                  <a:srgbClr val="243B53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243B53"/>
                </a:solidFill>
                <a:latin typeface="Courier New"/>
                <a:ea typeface="Courier New"/>
                <a:cs typeface="Courier New"/>
              </a:rPr>
              <a:t>NO4MS29mqMWkZCzI66nI3tA0KoSV1a2SbMY7MtHCAw</a:t>
            </a:r>
          </a:p>
          <a:p xmlns:a="http://schemas.openxmlformats.org/drawingml/2006/main">
            <a:pPr algn="l">
              <a:defRPr sz="1200">
                <a:solidFill>
                  <a:srgbClr val="243B53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243B53"/>
                </a:solidFill>
                <a:latin typeface="Courier New"/>
                <a:ea typeface="Courier New"/>
                <a:cs typeface="Courier New"/>
              </a:rPr>
              <a:t>s7TXxJtzj88BcwJ86KNnYm</a:t>
            </a:r>
          </a:p>
        </p:txBody>
      </p:sp>
      <p:sp>
        <p:nvSpPr>
          <p:cNvPr id="8" name="secure-registration-qr-backing">
            <a:extLst xmlns:a="http://schemas.openxmlformats.org/drawingml/2006/main">
              <a:ext uri="{FF2B5EF4-FFF2-40B4-BE49-F238E27FC236}">
                <a16:creationId xmlns:a16="http://schemas.microsoft.com/office/drawing/2014/main" id="{BEB0EE2C-BC56-4732-8A2F-8FA54E39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00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90a784ad54d89"/>
          <a:stretch xmlns:a="http://schemas.openxmlformats.org/drawingml/2006/main"/>
        </p:blipFill>
        <p:spPr>
          <a:xfrm xmlns:a="http://schemas.openxmlformats.org/drawingml/2006/main">
            <a:off x="6781800" y="1220331"/>
            <a:ext cx="4343400" cy="4703088"/>
          </a:xfrm>
          <a:prstGeom xmlns:a="http://schemas.openxmlformats.org/drawingml/2006/main" prst="rect">
            <a:avLst/>
          </a:prstGeom>
        </p:spPr>
      </p:pic>
      <p:cxnSp>
        <p:nvCxnSpPr>
          <p:cNvPr id="22" name="footer-rule-1"/>
          <p:cNvCxnSpPr/>
          <p:nvPr/>
        </p:nvCxn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cxnSp>
      <p:sp>
        <p:nvSpPr>
          <p:cNvPr id="11" name="footer-site-1">
            <a:extLst xmlns:a="http://schemas.openxmlformats.org/drawingml/2006/main">
              <a:ext uri="{FF2B5EF4-FFF2-40B4-BE49-F238E27FC236}">
                <a16:creationId xmlns:a16="http://schemas.microsoft.com/office/drawing/2014/main" id="{EC48C756-1D43-42D7-8185-35FE80D6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adminmyclub.com</a:t>
            </a:r>
          </a:p>
        </p:txBody>
      </p:sp>
      <p:sp>
        <p:nvSpPr>
          <p:cNvPr id="12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DAFAC0DB-3041-43E6-92FC-0E335A7F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62857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F8BEED9-E649-4CED-B9FE-97916A27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rPr>
              <a:t>PORTAL DE PADRES  |  PARENT PORTAL</a:t>
            </a:r>
          </a:p>
        </p:txBody>
      </p:sp>
      <p:sp>
        <p:nvSpPr>
          <p:cNvPr id="2" name="cover-title-es">
            <a:extLst xmlns:a="http://schemas.openxmlformats.org/drawingml/2006/main">
              <a:ext uri="{FF2B5EF4-FFF2-40B4-BE49-F238E27FC236}">
                <a16:creationId xmlns:a16="http://schemas.microsoft.com/office/drawing/2014/main" id="{76A43730-C03A-4C7A-BF9E-13721EE5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76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Tu cuenta de padre</a:t>
            </a:r>
          </a:p>
          <a:p xmlns:a="http://schemas.openxmlformats.org/drawingml/2006/main">
            <a:pPr algn="l">
              <a:defRPr sz="5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en 3 pasos</a:t>
            </a:r>
          </a:p>
        </p:txBody>
      </p:sp>
      <p:sp>
        <p:nvSpPr>
          <p:cNvPr id="3" name="cover-title-en">
            <a:extLst xmlns:a="http://schemas.openxmlformats.org/drawingml/2006/main">
              <a:ext uri="{FF2B5EF4-FFF2-40B4-BE49-F238E27FC236}">
                <a16:creationId xmlns:a16="http://schemas.microsoft.com/office/drawing/2014/main" id="{E1D5080E-0F7D-475A-A0D5-2736F57D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Your parent account in 3 steps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FF96D94-0AEF-4EC7-A225-25764825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Enlace seguro  •  Verifica tu correo  •  Registra a tu hijo(a)</a:t>
            </a:r>
          </a:p>
        </p:txBody>
      </p:sp>
      <p:cxnSp>
        <p:nvCxnSpPr>
          <p:cNvPr id="12" name="footer-rule-2"/>
          <p:cNvCxnSpPr/>
          <p:nvPr/>
        </p:nvCxn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cxnSp>
      <p:sp>
        <p:nvSpPr>
          <p:cNvPr id="6" name="footer-site-2">
            <a:extLst xmlns:a="http://schemas.openxmlformats.org/drawingml/2006/main">
              <a:ext uri="{FF2B5EF4-FFF2-40B4-BE49-F238E27FC236}">
                <a16:creationId xmlns:a16="http://schemas.microsoft.com/office/drawing/2014/main" id="{7336BEE6-D627-4304-B7FD-03499028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adminmyclub.com</a:t>
            </a:r>
          </a:p>
        </p:txBody>
      </p:sp>
      <p:sp>
        <p:nvSpPr>
          <p:cNvPr id="7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9BD261CE-C398-43B0-A8BF-CEE712B8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76442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es-3">
            <a:extLst xmlns:a="http://schemas.openxmlformats.org/drawingml/2006/main">
              <a:ext uri="{FF2B5EF4-FFF2-40B4-BE49-F238E27FC236}">
                <a16:creationId xmlns:a16="http://schemas.microsoft.com/office/drawing/2014/main" id="{25BC5941-42CC-4788-B770-3FC5E3FF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Solo necesitas tres pasos</a:t>
            </a:r>
          </a:p>
        </p:txBody>
      </p:sp>
      <p:sp>
        <p:nvSpPr>
          <p:cNvPr id="2" name="title-en-3">
            <a:extLst xmlns:a="http://schemas.openxmlformats.org/drawingml/2006/main">
              <a:ext uri="{FF2B5EF4-FFF2-40B4-BE49-F238E27FC236}">
                <a16:creationId xmlns:a16="http://schemas.microsoft.com/office/drawing/2014/main" id="{5E02F58B-C60D-42EC-99AF-014ADF9C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You only need three steps</a:t>
            </a:r>
          </a:p>
        </p:txBody>
      </p:sp>
      <p:cxnSp>
        <p:nvCxnSpPr>
          <p:cNvPr id="21" name="footer-rule-3"/>
          <p:cNvCxnSpPr/>
          <p:nvPr/>
        </p:nvCxn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cxnSp>
      <p:sp>
        <p:nvSpPr>
          <p:cNvPr id="4" name="footer-site-3">
            <a:extLst xmlns:a="http://schemas.openxmlformats.org/drawingml/2006/main">
              <a:ext uri="{FF2B5EF4-FFF2-40B4-BE49-F238E27FC236}">
                <a16:creationId xmlns:a16="http://schemas.microsoft.com/office/drawing/2014/main" id="{68754EED-9836-43B4-B68C-CE392AF4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adminmyclub.com</a:t>
            </a:r>
          </a:p>
        </p:txBody>
      </p:sp>
      <p:sp>
        <p:nvSpPr>
          <p:cNvPr id="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352BC191-2A8C-4BF1-84E1-3A3C21B8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cxnSp>
        <p:nvCxnSpPr>
          <p:cNvPr id="24" name="process-line"/>
          <p:cNvCxnSpPr/>
          <p:nvPr/>
        </p:nvCxnSpPr>
        <p:spPr>
          <a:xfrm xmlns:a="http://schemas.openxmlformats.org/drawingml/2006/main">
            <a:off x="1619250" y="3086100"/>
            <a:ext cx="8953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9E2EC"/>
            </a:solidFill>
            <a:prstDash val="solid"/>
          </a:ln>
        </p:spPr>
      </p:cxnSp>
      <p:sp>
        <p:nvSpPr>
          <p:cNvPr id="7" name="step-circle-1">
            <a:extLst xmlns:a="http://schemas.openxmlformats.org/drawingml/2006/main">
              <a:ext uri="{FF2B5EF4-FFF2-40B4-BE49-F238E27FC236}">
                <a16:creationId xmlns:a16="http://schemas.microsoft.com/office/drawing/2014/main" id="{B0E149B0-D0FE-4D4F-9172-9367DB36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574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D803306D-29E3-4FDF-9BE6-E61658F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47950"/>
            <a:ext cx="1257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step-es-1">
            <a:extLst xmlns:a="http://schemas.openxmlformats.org/drawingml/2006/main">
              <a:ext uri="{FF2B5EF4-FFF2-40B4-BE49-F238E27FC236}">
                <a16:creationId xmlns:a16="http://schemas.microsoft.com/office/drawing/2014/main" id="{C1547158-88D7-452D-8E05-FF8B10C4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5765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Crea tu cuenta</a:t>
            </a:r>
          </a:p>
        </p:txBody>
      </p:sp>
      <p:sp>
        <p:nvSpPr>
          <p:cNvPr id="10" name="step-en-1">
            <a:extLst xmlns:a="http://schemas.openxmlformats.org/drawingml/2006/main">
              <a:ext uri="{FF2B5EF4-FFF2-40B4-BE49-F238E27FC236}">
                <a16:creationId xmlns:a16="http://schemas.microsoft.com/office/drawing/2014/main" id="{2D01627A-0D4E-4E60-914A-F62857ED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291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Create your account</a:t>
            </a:r>
          </a:p>
        </p:txBody>
      </p:sp>
      <p:sp>
        <p:nvSpPr>
          <p:cNvPr id="11" name="step-circle-2">
            <a:extLst xmlns:a="http://schemas.openxmlformats.org/drawingml/2006/main">
              <a:ext uri="{FF2B5EF4-FFF2-40B4-BE49-F238E27FC236}">
                <a16:creationId xmlns:a16="http://schemas.microsoft.com/office/drawing/2014/main" id="{59842389-0AEC-4C6E-9A9F-1A5F8D2F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574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048438CB-E9C0-4737-9B32-5409CE2E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1257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step-es-2">
            <a:extLst xmlns:a="http://schemas.openxmlformats.org/drawingml/2006/main">
              <a:ext uri="{FF2B5EF4-FFF2-40B4-BE49-F238E27FC236}">
                <a16:creationId xmlns:a16="http://schemas.microsoft.com/office/drawing/2014/main" id="{BD8489EE-786E-4AEA-8173-8E1905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5765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84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Confirma tu correo</a:t>
            </a:r>
          </a:p>
        </p:txBody>
      </p:sp>
      <p:sp>
        <p:nvSpPr>
          <p:cNvPr id="14" name="step-en-2">
            <a:extLst xmlns:a="http://schemas.openxmlformats.org/drawingml/2006/main">
              <a:ext uri="{FF2B5EF4-FFF2-40B4-BE49-F238E27FC236}">
                <a16:creationId xmlns:a16="http://schemas.microsoft.com/office/drawing/2014/main" id="{889E401F-1373-41B7-991D-8EF097BE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291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Confirm your email</a:t>
            </a:r>
          </a:p>
        </p:txBody>
      </p:sp>
      <p:sp>
        <p:nvSpPr>
          <p:cNvPr id="15" name="step-circle-3">
            <a:extLst xmlns:a="http://schemas.openxmlformats.org/drawingml/2006/main">
              <a:ext uri="{FF2B5EF4-FFF2-40B4-BE49-F238E27FC236}">
                <a16:creationId xmlns:a16="http://schemas.microsoft.com/office/drawing/2014/main" id="{34C19666-0F81-4C73-ADE5-25583D0A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1485BDE9-8D59-4286-B7BD-6682124E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1257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step-es-3">
            <a:extLst xmlns:a="http://schemas.openxmlformats.org/drawingml/2006/main">
              <a:ext uri="{FF2B5EF4-FFF2-40B4-BE49-F238E27FC236}">
                <a16:creationId xmlns:a16="http://schemas.microsoft.com/office/drawing/2014/main" id="{67A85AF4-CAD9-4BB6-AFDF-7FB09859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5765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5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Registra al menor</a:t>
            </a:r>
          </a:p>
        </p:txBody>
      </p:sp>
      <p:sp>
        <p:nvSpPr>
          <p:cNvPr id="18" name="step-en-3">
            <a:extLst xmlns:a="http://schemas.openxmlformats.org/drawingml/2006/main">
              <a:ext uri="{FF2B5EF4-FFF2-40B4-BE49-F238E27FC236}">
                <a16:creationId xmlns:a16="http://schemas.microsoft.com/office/drawing/2014/main" id="{66FCFC11-9CB7-4057-B5B2-F7628DE1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291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Register the child</a:t>
            </a:r>
          </a:p>
        </p:txBody>
      </p:sp>
    </p:spTree>
    <p:extLst>
      <p:ext uri="{BB962C8B-B14F-4D97-AF65-F5344CB8AC3E}">
        <p14:creationId xmlns:p14="http://schemas.microsoft.com/office/powerpoint/2010/main" val="16996966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es-4">
            <a:extLst xmlns:a="http://schemas.openxmlformats.org/drawingml/2006/main">
              <a:ext uri="{FF2B5EF4-FFF2-40B4-BE49-F238E27FC236}">
                <a16:creationId xmlns:a16="http://schemas.microsoft.com/office/drawing/2014/main" id="{F07D1B03-7704-479B-AE7C-478D6EB8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1. Abre el enlace seguro</a:t>
            </a:r>
          </a:p>
        </p:txBody>
      </p:sp>
      <p:sp>
        <p:nvSpPr>
          <p:cNvPr id="2" name="title-en-4">
            <a:extLst xmlns:a="http://schemas.openxmlformats.org/drawingml/2006/main">
              <a:ext uri="{FF2B5EF4-FFF2-40B4-BE49-F238E27FC236}">
                <a16:creationId xmlns:a16="http://schemas.microsoft.com/office/drawing/2014/main" id="{4B6C6B89-AC89-4CE6-9FD8-82283C15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1. Open the secure link</a:t>
            </a:r>
          </a:p>
        </p:txBody>
      </p:sp>
      <p:cxnSp>
        <p:nvCxnSpPr>
          <p:cNvPr id="13" name="footer-rule-4"/>
          <p:cNvCxnSpPr/>
          <p:nvPr/>
        </p:nvCxn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cxnSp>
      <p:sp>
        <p:nvSpPr>
          <p:cNvPr id="4" name="footer-site-4">
            <a:extLst xmlns:a="http://schemas.openxmlformats.org/drawingml/2006/main">
              <a:ext uri="{FF2B5EF4-FFF2-40B4-BE49-F238E27FC236}">
                <a16:creationId xmlns:a16="http://schemas.microsoft.com/office/drawing/2014/main" id="{D87F36F8-59D8-48A5-AA1A-901352BF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adminmyclub.com</a:t>
            </a:r>
          </a:p>
        </p:txBody>
      </p:sp>
      <p:sp>
        <p:nvSpPr>
          <p:cNvPr id="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CB60AE50-4F89-446D-B3E8-EE14152A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6" name="registration-copy-es">
            <a:extLst xmlns:a="http://schemas.openxmlformats.org/drawingml/2006/main">
              <a:ext uri="{FF2B5EF4-FFF2-40B4-BE49-F238E27FC236}">
                <a16:creationId xmlns:a16="http://schemas.microsoft.com/office/drawing/2014/main" id="{A727E762-6950-47A5-80C5-646D4F9D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El club ya está seleccionado.</a:t>
            </a:r>
          </a:p>
          <a:p xmlns:a="http://schemas.openxmlformats.org/drawingml/2006/main">
            <a:pPr algn="l">
              <a:def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Completa tu nombre, correo y contraseña.</a:t>
            </a:r>
          </a:p>
        </p:txBody>
      </p:sp>
      <p:sp>
        <p:nvSpPr>
          <p:cNvPr id="7" name="registration-copy-en">
            <a:extLst xmlns:a="http://schemas.openxmlformats.org/drawingml/2006/main">
              <a:ext uri="{FF2B5EF4-FFF2-40B4-BE49-F238E27FC236}">
                <a16:creationId xmlns:a16="http://schemas.microsoft.com/office/drawing/2014/main" id="{434C6342-2A38-4ED7-818D-0BA867D6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The club is already selected.</a:t>
            </a:r>
          </a:p>
          <a:p xmlns:a="http://schemas.openxmlformats.org/drawingml/2006/main">
            <a:pPr algn="l">
              <a:def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Enter your name, email, and password.</a:t>
            </a:r>
          </a:p>
        </p:txBody>
      </p:sp>
      <p:sp>
        <p:nvSpPr>
          <p:cNvPr id="8" name="registration-callout">
            <a:extLst xmlns:a="http://schemas.openxmlformats.org/drawingml/2006/main">
              <a:ext uri="{FF2B5EF4-FFF2-40B4-BE49-F238E27FC236}">
                <a16:creationId xmlns:a16="http://schemas.microsoft.com/office/drawing/2014/main" id="{0B072B16-3D18-4BB5-851A-308C31B5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rPr>
              <a:t>No compartas el enlace en redes sociales.</a:t>
            </a:r>
          </a:p>
        </p:txBody>
      </p:sp>
      <p:sp>
        <p:nvSpPr>
          <p:cNvPr id="9" name="secure-registration-backing">
            <a:extLst xmlns:a="http://schemas.openxmlformats.org/drawingml/2006/main">
              <a:ext uri="{FF2B5EF4-FFF2-40B4-BE49-F238E27FC236}">
                <a16:creationId xmlns:a16="http://schemas.microsoft.com/office/drawing/2014/main" id="{93C67A71-8536-4314-BB86-6BF7FD2A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191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a71d131534053"/>
          <a:stretch xmlns:a="http://schemas.openxmlformats.org/drawingml/2006/main"/>
        </p:blipFill>
        <p:spPr>
          <a:xfrm xmlns:a="http://schemas.openxmlformats.org/drawingml/2006/main">
            <a:off x="6704867" y="1733550"/>
            <a:ext cx="3925765" cy="4343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35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es-5">
            <a:extLst xmlns:a="http://schemas.openxmlformats.org/drawingml/2006/main">
              <a:ext uri="{FF2B5EF4-FFF2-40B4-BE49-F238E27FC236}">
                <a16:creationId xmlns:a16="http://schemas.microsoft.com/office/drawing/2014/main" id="{5D8F2ACC-9276-4D7F-A6C8-B3C0F47D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2. Revisa tu correo</a:t>
            </a:r>
          </a:p>
        </p:txBody>
      </p:sp>
      <p:sp>
        <p:nvSpPr>
          <p:cNvPr id="2" name="title-en-5">
            <a:extLst xmlns:a="http://schemas.openxmlformats.org/drawingml/2006/main">
              <a:ext uri="{FF2B5EF4-FFF2-40B4-BE49-F238E27FC236}">
                <a16:creationId xmlns:a16="http://schemas.microsoft.com/office/drawing/2014/main" id="{42BCCFFF-17F2-47D7-B79F-024CD1BD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2. Check your email</a:t>
            </a:r>
          </a:p>
        </p:txBody>
      </p:sp>
      <p:cxnSp>
        <p:nvCxnSpPr>
          <p:cNvPr id="13" name="footer-rule-5"/>
          <p:cNvCxnSpPr/>
          <p:nvPr/>
        </p:nvCxn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cxnSp>
      <p:sp>
        <p:nvSpPr>
          <p:cNvPr id="4" name="footer-site-5">
            <a:extLst xmlns:a="http://schemas.openxmlformats.org/drawingml/2006/main">
              <a:ext uri="{FF2B5EF4-FFF2-40B4-BE49-F238E27FC236}">
                <a16:creationId xmlns:a16="http://schemas.microsoft.com/office/drawing/2014/main" id="{E16F3EB6-2754-49DC-966E-5C5FEAEF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adminmyclub.com</a:t>
            </a:r>
          </a:p>
        </p:txBody>
      </p:sp>
      <p:sp>
        <p:nvSpPr>
          <p:cNvPr id="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35E9446A-EF8F-45F4-8BB9-14120D52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6" name="verification-notice-backing">
            <a:extLst xmlns:a="http://schemas.openxmlformats.org/drawingml/2006/main">
              <a:ext uri="{FF2B5EF4-FFF2-40B4-BE49-F238E27FC236}">
                <a16:creationId xmlns:a16="http://schemas.microsoft.com/office/drawing/2014/main" id="{37D17806-125D-4F79-8A13-36BF0BBB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3dc0708c143fa"/>
          <a:stretch xmlns:a="http://schemas.openxmlformats.org/drawingml/2006/main"/>
        </p:blipFill>
        <p:spPr>
          <a:xfrm xmlns:a="http://schemas.openxmlformats.org/drawingml/2006/main">
            <a:off x="1403350" y="1828800"/>
            <a:ext cx="4603750" cy="3867150"/>
          </a:xfrm>
          <a:prstGeom xmlns:a="http://schemas.openxmlformats.org/drawingml/2006/main" prst="rect">
            <a:avLst/>
          </a:prstGeom>
        </p:spPr>
      </p:pic>
      <p:sp>
        <p:nvSpPr>
          <p:cNvPr id="8" name="waiting-copy-es">
            <a:extLst xmlns:a="http://schemas.openxmlformats.org/drawingml/2006/main">
              <a:ext uri="{FF2B5EF4-FFF2-40B4-BE49-F238E27FC236}">
                <a16:creationId xmlns:a16="http://schemas.microsoft.com/office/drawing/2014/main" id="{5B91A765-1138-4673-AC87-17A45598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4095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Verás el mensaje:</a:t>
            </a:r>
          </a:p>
          <a:p xmlns:a="http://schemas.openxmlformats.org/drawingml/2006/main">
            <a:pPr algn="l">
              <a:def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“Gracias por registrarte”</a:t>
            </a:r>
          </a:p>
        </p:txBody>
      </p:sp>
      <p:sp>
        <p:nvSpPr>
          <p:cNvPr id="9" name="waiting-copy-en">
            <a:extLst xmlns:a="http://schemas.openxmlformats.org/drawingml/2006/main">
              <a:ext uri="{FF2B5EF4-FFF2-40B4-BE49-F238E27FC236}">
                <a16:creationId xmlns:a16="http://schemas.microsoft.com/office/drawing/2014/main" id="{C92FE97F-8D5A-4916-877C-3FBC74C6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4095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You will see:</a:t>
            </a:r>
          </a:p>
          <a:p xmlns:a="http://schemas.openxmlformats.org/drawingml/2006/main">
            <a:pPr algn="l">
              <a:def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“Thanks for registering”</a:t>
            </a:r>
          </a:p>
        </p:txBody>
      </p:sp>
      <p:sp>
        <p:nvSpPr>
          <p:cNvPr id="10" name="waiting-action">
            <a:extLst xmlns:a="http://schemas.openxmlformats.org/drawingml/2006/main">
              <a:ext uri="{FF2B5EF4-FFF2-40B4-BE49-F238E27FC236}">
                <a16:creationId xmlns:a16="http://schemas.microsoft.com/office/drawing/2014/main" id="{EBCCC579-3B59-47B4-9FBB-A2A56EB5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63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rPr>
              <a:t>Ahora abre tu bandeja de entrada.</a:t>
            </a:r>
          </a:p>
        </p:txBody>
      </p:sp>
    </p:spTree>
    <p:extLst>
      <p:ext uri="{BB962C8B-B14F-4D97-AF65-F5344CB8AC3E}">
        <p14:creationId xmlns:p14="http://schemas.microsoft.com/office/powerpoint/2010/main" val="18848858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es-6">
            <a:extLst xmlns:a="http://schemas.openxmlformats.org/drawingml/2006/main">
              <a:ext uri="{FF2B5EF4-FFF2-40B4-BE49-F238E27FC236}">
                <a16:creationId xmlns:a16="http://schemas.microsoft.com/office/drawing/2014/main" id="{8ACE7C16-D8A2-4E09-AC7F-D2ECC340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2. Pulsa el botón verde</a:t>
            </a:r>
          </a:p>
        </p:txBody>
      </p:sp>
      <p:sp>
        <p:nvSpPr>
          <p:cNvPr id="2" name="title-en-6">
            <a:extLst xmlns:a="http://schemas.openxmlformats.org/drawingml/2006/main">
              <a:ext uri="{FF2B5EF4-FFF2-40B4-BE49-F238E27FC236}">
                <a16:creationId xmlns:a16="http://schemas.microsoft.com/office/drawing/2014/main" id="{B75E9183-3246-4306-93BA-E065965C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2. Select the green button</a:t>
            </a:r>
          </a:p>
        </p:txBody>
      </p:sp>
      <p:cxnSp>
        <p:nvCxnSpPr>
          <p:cNvPr id="13" name="footer-rule-6"/>
          <p:cNvCxnSpPr/>
          <p:nvPr/>
        </p:nvCxn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cxnSp>
      <p:sp>
        <p:nvSpPr>
          <p:cNvPr id="4" name="footer-site-6">
            <a:extLst xmlns:a="http://schemas.openxmlformats.org/drawingml/2006/main">
              <a:ext uri="{FF2B5EF4-FFF2-40B4-BE49-F238E27FC236}">
                <a16:creationId xmlns:a16="http://schemas.microsoft.com/office/drawing/2014/main" id="{733EB209-019C-4B8D-A07B-18C1FC45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adminmyclub.com</a:t>
            </a:r>
          </a:p>
        </p:txBody>
      </p:sp>
      <p:sp>
        <p:nvSpPr>
          <p:cNvPr id="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B28EFD38-055B-40EB-816B-FBAEAB1C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6" name="email-copy-es">
            <a:extLst xmlns:a="http://schemas.openxmlformats.org/drawingml/2006/main">
              <a:ext uri="{FF2B5EF4-FFF2-40B4-BE49-F238E27FC236}">
                <a16:creationId xmlns:a16="http://schemas.microsoft.com/office/drawing/2014/main" id="{D977AAB4-98C9-4FCF-98FB-83419616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0957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7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Confirma tu correo y entra.</a:t>
            </a:r>
          </a:p>
          <a:p xmlns:a="http://schemas.openxmlformats.org/drawingml/2006/main">
            <a:pPr algn="l">
              <a:def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El enlace es válido por 24 horas.</a:t>
            </a:r>
          </a:p>
        </p:txBody>
      </p:sp>
      <p:sp>
        <p:nvSpPr>
          <p:cNvPr id="7" name="email-copy-en">
            <a:extLst xmlns:a="http://schemas.openxmlformats.org/drawingml/2006/main">
              <a:ext uri="{FF2B5EF4-FFF2-40B4-BE49-F238E27FC236}">
                <a16:creationId xmlns:a16="http://schemas.microsoft.com/office/drawing/2014/main" id="{E3599B62-874D-46DF-8528-51F33A45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4095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Confirm your email and continue.</a:t>
            </a:r>
          </a:p>
          <a:p xmlns:a="http://schemas.openxmlformats.org/drawingml/2006/main">
            <a:pPr algn="l">
              <a:def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The link is valid for 24 hours.</a:t>
            </a:r>
          </a:p>
        </p:txBody>
      </p:sp>
      <p:sp>
        <p:nvSpPr>
          <p:cNvPr id="8" name="email-security">
            <a:extLst xmlns:a="http://schemas.openxmlformats.org/drawingml/2006/main">
              <a:ext uri="{FF2B5EF4-FFF2-40B4-BE49-F238E27FC236}">
                <a16:creationId xmlns:a16="http://schemas.microsoft.com/office/drawing/2014/main" id="{2B158C75-9D4D-4044-98E9-8F8C7727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rPr>
              <a:t>Debe abrir adminmyclub.com</a:t>
            </a:r>
          </a:p>
        </p:txBody>
      </p:sp>
      <p:sp>
        <p:nvSpPr>
          <p:cNvPr id="9" name="verification-email-backing">
            <a:extLst xmlns:a="http://schemas.openxmlformats.org/drawingml/2006/main">
              <a:ext uri="{FF2B5EF4-FFF2-40B4-BE49-F238E27FC236}">
                <a16:creationId xmlns:a16="http://schemas.microsoft.com/office/drawing/2014/main" id="{44715C97-DBCC-42B8-BC94-729E1877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647700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3dfad3ed14265"/>
          <a:stretch xmlns:a="http://schemas.openxmlformats.org/drawingml/2006/main"/>
        </p:blipFill>
        <p:spPr>
          <a:xfrm xmlns:a="http://schemas.openxmlformats.org/drawingml/2006/main">
            <a:off x="5687578" y="1733550"/>
            <a:ext cx="5198343" cy="4391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748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es-7">
            <a:extLst xmlns:a="http://schemas.openxmlformats.org/drawingml/2006/main">
              <a:ext uri="{FF2B5EF4-FFF2-40B4-BE49-F238E27FC236}">
                <a16:creationId xmlns:a16="http://schemas.microsoft.com/office/drawing/2014/main" id="{916E6EBE-3B5A-4F25-865D-9C61E9E9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Paso 3: Registra a tu hijo(a)</a:t>
            </a:r>
          </a:p>
        </p:txBody>
      </p:sp>
      <p:sp>
        <p:nvSpPr>
          <p:cNvPr id="2" name="title-en-7">
            <a:extLst xmlns:a="http://schemas.openxmlformats.org/drawingml/2006/main">
              <a:ext uri="{FF2B5EF4-FFF2-40B4-BE49-F238E27FC236}">
                <a16:creationId xmlns:a16="http://schemas.microsoft.com/office/drawing/2014/main" id="{A3F1C9CF-BC84-4B9D-B513-D4966C97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Step 3: Register your child</a:t>
            </a:r>
          </a:p>
        </p:txBody>
      </p:sp>
      <p:cxnSp>
        <p:nvCxnSpPr>
          <p:cNvPr id="13" name="footer-rule-7"/>
          <p:cNvCxnSpPr/>
          <p:nvPr/>
        </p:nvCxn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cxnSp>
      <p:sp>
        <p:nvSpPr>
          <p:cNvPr id="4" name="footer-site-7">
            <a:extLst xmlns:a="http://schemas.openxmlformats.org/drawingml/2006/main">
              <a:ext uri="{FF2B5EF4-FFF2-40B4-BE49-F238E27FC236}">
                <a16:creationId xmlns:a16="http://schemas.microsoft.com/office/drawing/2014/main" id="{8D354B98-D8AD-47CA-AE40-964CA2E4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adminmyclub.com</a:t>
            </a:r>
          </a:p>
        </p:txBody>
      </p:sp>
      <p:sp>
        <p:nvSpPr>
          <p:cNvPr id="5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705B89E5-264D-45DA-82C0-1E7B6083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child-copy-es">
            <a:extLst xmlns:a="http://schemas.openxmlformats.org/drawingml/2006/main">
              <a:ext uri="{FF2B5EF4-FFF2-40B4-BE49-F238E27FC236}">
                <a16:creationId xmlns:a16="http://schemas.microsoft.com/office/drawing/2014/main" id="{BB5FA73D-983B-4D63-B6F0-C371FD83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Abre Solicitud.</a:t>
            </a:r>
          </a:p>
          <a:p xmlns:a="http://schemas.openxmlformats.org/drawingml/2006/main">
            <a:pPr algn="l">
              <a:def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Confirma el club.</a:t>
            </a:r>
          </a:p>
          <a:p xmlns:a="http://schemas.openxmlformats.org/drawingml/2006/main">
            <a:pPr algn="l">
              <a:def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Completa y firma.</a:t>
            </a:r>
          </a:p>
        </p:txBody>
      </p:sp>
      <p:sp>
        <p:nvSpPr>
          <p:cNvPr id="7" name="child-copy-en">
            <a:extLst xmlns:a="http://schemas.openxmlformats.org/drawingml/2006/main">
              <a:ext uri="{FF2B5EF4-FFF2-40B4-BE49-F238E27FC236}">
                <a16:creationId xmlns:a16="http://schemas.microsoft.com/office/drawing/2014/main" id="{AC6201B5-9F58-44B4-9AC8-85B20D31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095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Open Application.</a:t>
            </a:r>
          </a:p>
          <a:p xmlns:a="http://schemas.openxmlformats.org/drawingml/2006/main">
            <a:pPr algn="l">
              <a:def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Confirm the club.</a:t>
            </a:r>
          </a:p>
          <a:p xmlns:a="http://schemas.openxmlformats.org/drawingml/2006/main">
            <a:pPr algn="l">
              <a:def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Complete and sign.</a:t>
            </a:r>
          </a:p>
        </p:txBody>
      </p:sp>
      <p:sp>
        <p:nvSpPr>
          <p:cNvPr id="8" name="child-note">
            <a:extLst xmlns:a="http://schemas.openxmlformats.org/drawingml/2006/main">
              <a:ext uri="{FF2B5EF4-FFF2-40B4-BE49-F238E27FC236}">
                <a16:creationId xmlns:a16="http://schemas.microsoft.com/office/drawing/2014/main" id="{38F2E36E-395D-4CD0-82B6-F2AD5C40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rPr>
              <a:t>Una solicitud por cada menor.</a:t>
            </a:r>
          </a:p>
        </p:txBody>
      </p:sp>
      <p:sp>
        <p:nvSpPr>
          <p:cNvPr id="9" name="child-application-backing">
            <a:extLst xmlns:a="http://schemas.openxmlformats.org/drawingml/2006/main">
              <a:ext uri="{FF2B5EF4-FFF2-40B4-BE49-F238E27FC236}">
                <a16:creationId xmlns:a16="http://schemas.microsoft.com/office/drawing/2014/main" id="{186EE3F2-4CE4-48B6-9FF3-63ED3DD6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66875"/>
            <a:ext cx="6477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d11c7f95949df"/>
          <a:stretch xmlns:a="http://schemas.openxmlformats.org/drawingml/2006/main"/>
        </p:blipFill>
        <p:spPr>
          <a:xfrm xmlns:a="http://schemas.openxmlformats.org/drawingml/2006/main">
            <a:off x="5601891" y="1781175"/>
            <a:ext cx="5369719" cy="4295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152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F0FEA457-F643-4029-B0F1-129C09A7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8466"/>
                </a:solidFill>
                <a:latin typeface="Helvetica Neue"/>
                <a:ea typeface="Helvetica Neue"/>
                <a:cs typeface="Helvetica Neue"/>
              </a:rPr>
              <a:t>LISTO  |  YOU ARE READY</a:t>
            </a:r>
          </a:p>
        </p:txBody>
      </p:sp>
      <p:sp>
        <p:nvSpPr>
          <p:cNvPr id="2" name="close-title-es">
            <a:extLst xmlns:a="http://schemas.openxmlformats.org/drawingml/2006/main">
              <a:ext uri="{FF2B5EF4-FFF2-40B4-BE49-F238E27FC236}">
                <a16:creationId xmlns:a16="http://schemas.microsoft.com/office/drawing/2014/main" id="{76552B82-509D-4552-9CA2-C3DDAB60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9048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Tu Portal de Padres</a:t>
            </a:r>
          </a:p>
          <a:p xmlns:a="http://schemas.openxmlformats.org/drawingml/2006/main">
            <a:pPr algn="l">
              <a:defRPr sz="4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ya está preparado</a:t>
            </a:r>
          </a:p>
        </p:txBody>
      </p:sp>
      <p:sp>
        <p:nvSpPr>
          <p:cNvPr id="3" name="close-title-en">
            <a:extLst xmlns:a="http://schemas.openxmlformats.org/drawingml/2006/main">
              <a:ext uri="{FF2B5EF4-FFF2-40B4-BE49-F238E27FC236}">
                <a16:creationId xmlns:a16="http://schemas.microsoft.com/office/drawing/2014/main" id="{51414A9A-56F9-4C23-B023-BDD2AB7F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Your Parent Portal is ready</a:t>
            </a:r>
          </a:p>
        </p:txBody>
      </p:sp>
      <p:sp>
        <p:nvSpPr>
          <p:cNvPr id="4" name="close-actions-es">
            <a:extLst xmlns:a="http://schemas.openxmlformats.org/drawingml/2006/main">
              <a:ext uri="{FF2B5EF4-FFF2-40B4-BE49-F238E27FC236}">
                <a16:creationId xmlns:a16="http://schemas.microsoft.com/office/drawing/2014/main" id="{137A70A4-8910-4225-AC7C-2652B968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Ve a Hijos para confirmar el registro.</a:t>
            </a:r>
          </a:p>
          <a:p xmlns:a="http://schemas.openxmlformats.org/drawingml/2006/main">
            <a:pPr algn="l">
              <a:defRPr sz="195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Si necesitas ayuda, contacta al director del club.</a:t>
            </a:r>
          </a:p>
        </p:txBody>
      </p:sp>
      <p:sp>
        <p:nvSpPr>
          <p:cNvPr id="5" name="close-actions-en">
            <a:extLst xmlns:a="http://schemas.openxmlformats.org/drawingml/2006/main">
              <a:ext uri="{FF2B5EF4-FFF2-40B4-BE49-F238E27FC236}">
                <a16:creationId xmlns:a16="http://schemas.microsoft.com/office/drawing/2014/main" id="{A5EC1B83-9D2C-4D5F-B370-F1F8188A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Open Children to confirm the registration. Contact the club director if you need help.</a:t>
            </a:r>
          </a:p>
        </p:txBody>
      </p:sp>
      <p:cxnSp>
        <p:nvCxnSpPr>
          <p:cNvPr id="14" name="footer-rule-8"/>
          <p:cNvCxnSpPr/>
          <p:nvPr/>
        </p:nvCxn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E2EC"/>
            </a:solidFill>
            <a:prstDash val="solid"/>
          </a:ln>
        </p:spPr>
      </p:cxnSp>
      <p:sp>
        <p:nvSpPr>
          <p:cNvPr id="7" name="footer-site-8">
            <a:extLst xmlns:a="http://schemas.openxmlformats.org/drawingml/2006/main">
              <a:ext uri="{FF2B5EF4-FFF2-40B4-BE49-F238E27FC236}">
                <a16:creationId xmlns:a16="http://schemas.microsoft.com/office/drawing/2014/main" id="{AC81F77A-1F93-4EAD-ACD4-20ABE6D6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adminmyclub.com</a:t>
            </a:r>
          </a:p>
        </p:txBody>
      </p:sp>
      <p:sp>
        <p:nvSpPr>
          <p:cNvPr id="8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8A53B403-0B0A-44D6-97EB-4B9A995F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6718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2026-08-27T21:33:47.8310000Z</dcterms:created>
  <dcterms:modified xsi:type="dcterms:W3CDTF">2026-08-27T21:33:47.8310000Z</dcterms:modified>
</coreProperties>
</file>